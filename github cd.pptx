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9" r:id="rId5"/>
    <p:sldId id="259" r:id="rId6"/>
    <p:sldId id="270" r:id="rId7"/>
    <p:sldId id="260" r:id="rId8"/>
    <p:sldId id="261" r:id="rId9"/>
    <p:sldId id="273" r:id="rId10"/>
    <p:sldId id="271" r:id="rId11"/>
    <p:sldId id="272" r:id="rId12"/>
    <p:sldId id="262" r:id="rId13"/>
    <p:sldId id="274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734227-6E49-49EE-B2A6-F0E742C3292C}" v="38" dt="2025-12-05T08:51:58.7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44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253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D150E3-310D-43DA-AC11-7E042E6E56EF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F2B61-F8A6-4572-A6E8-6673D9EB79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300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F2B61-F8A6-4572-A6E8-6673D9EB797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615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F2B61-F8A6-4572-A6E8-6673D9EB797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384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F2B61-F8A6-4572-A6E8-6673D9EB797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428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.jpe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5342" y="900765"/>
            <a:ext cx="8940834" cy="134288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Compiler Code Generator Using Data Dependency and Flow Graph Optimization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91149" y="2869847"/>
            <a:ext cx="8534400" cy="822519"/>
          </a:xfrm>
        </p:spPr>
        <p:txBody>
          <a:bodyPr>
            <a:normAutofit fontScale="85000" lnSpcReduction="10000"/>
          </a:bodyPr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[CSA 1412] [Compiler Design for Quantum Hardware] 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E87F60-099E-2D90-5565-962D9C0DC60D}"/>
              </a:ext>
            </a:extLst>
          </p:cNvPr>
          <p:cNvSpPr txBox="1"/>
          <p:nvPr/>
        </p:nvSpPr>
        <p:spPr>
          <a:xfrm>
            <a:off x="1691149" y="3830086"/>
            <a:ext cx="37559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Saveetha School of Engineering 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32A7D0-AE4C-CA31-4AC1-E1EDBFE0BFEC}"/>
              </a:ext>
            </a:extLst>
          </p:cNvPr>
          <p:cNvSpPr txBox="1"/>
          <p:nvPr/>
        </p:nvSpPr>
        <p:spPr>
          <a:xfrm>
            <a:off x="7157884" y="4083436"/>
            <a:ext cx="389357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Sruthi B (192421155)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91510"/>
            <a:ext cx="10972800" cy="1143000"/>
          </a:xfrm>
        </p:spPr>
        <p:txBody>
          <a:bodyPr>
            <a:normAutofit/>
          </a:bodyPr>
          <a:lstStyle/>
          <a:p>
            <a:r>
              <a:rPr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NTRODUCTION</a:t>
            </a:r>
            <a:endParaRPr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7458"/>
            <a:ext cx="109728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about creating an advanced compiler code generator.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Compilers sometimes produce code that works but is not very efficient.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like extra instructions and bad ordering can slow down programs.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data dependency and flow graph optimization to fix these issues.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goal is to make the generated code faster and more efficient.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91510"/>
            <a:ext cx="10972800" cy="1143000"/>
          </a:xfrm>
        </p:spPr>
        <p:txBody>
          <a:bodyPr>
            <a:normAutofit/>
          </a:bodyPr>
          <a:lstStyle/>
          <a:p>
            <a:r>
              <a:rPr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BJECTIVES</a:t>
            </a:r>
            <a:endParaRPr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29351"/>
            <a:ext cx="10972800" cy="4525963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create an advanced compiler code generator that produces faster and more efficient machine code.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focuses on using data dependency analysis and flow graph optimization to reduce unnecessary instructions and improve code quality.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being addressed is that traditional compilers often generate code that works but is not well-optimized, leading to slower program execution.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 such as redundant instructions, poor instruction ordering, and inefficient control flow need to be fixed for better performance.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expected outcomes include improved code efficiency, better instruction scheduling, smoother control flow, and faster overall program execution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201458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56DC3-DDD8-8CBF-E7DC-DA342D50D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E09F6-8093-346C-30CC-CBE72BCC6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36175"/>
            <a:ext cx="10972800" cy="4525963"/>
          </a:xfrm>
        </p:spPr>
        <p:txBody>
          <a:bodyPr>
            <a:normAutofit fontScale="85000" lnSpcReduction="20000"/>
          </a:bodyPr>
          <a:lstStyle/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compilers translate high-level code into machine code without advanced optimization.</a:t>
            </a:r>
          </a:p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often generate redundant instructions and inefficient code execution.</a:t>
            </a:r>
          </a:p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flow and data dependencies are not fully analyzed, leading to slower performance.</a:t>
            </a:r>
          </a:p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ordering may be poor, causing delays and wasted resources.</a:t>
            </a:r>
          </a:p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existing systems produce correct code but not highly optimized or efficient code.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F71E47-33FA-DFC0-6E89-26619B34AD9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CAA065-D497-0415-0C3A-139E53A752B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041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/ Background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24527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66E5B3-653C-CF53-300A-A0058707F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328651"/>
              </p:ext>
            </p:extLst>
          </p:nvPr>
        </p:nvGraphicFramePr>
        <p:xfrm>
          <a:off x="277690" y="1417638"/>
          <a:ext cx="11556958" cy="5359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948">
                  <a:extLst>
                    <a:ext uri="{9D8B030D-6E8A-4147-A177-3AD203B41FA5}">
                      <a16:colId xmlns:a16="http://schemas.microsoft.com/office/drawing/2014/main" val="1874403511"/>
                    </a:ext>
                  </a:extLst>
                </a:gridCol>
                <a:gridCol w="3246829">
                  <a:extLst>
                    <a:ext uri="{9D8B030D-6E8A-4147-A177-3AD203B41FA5}">
                      <a16:colId xmlns:a16="http://schemas.microsoft.com/office/drawing/2014/main" val="3240422766"/>
                    </a:ext>
                  </a:extLst>
                </a:gridCol>
                <a:gridCol w="2676702">
                  <a:extLst>
                    <a:ext uri="{9D8B030D-6E8A-4147-A177-3AD203B41FA5}">
                      <a16:colId xmlns:a16="http://schemas.microsoft.com/office/drawing/2014/main" val="3897064905"/>
                    </a:ext>
                  </a:extLst>
                </a:gridCol>
                <a:gridCol w="2667038">
                  <a:extLst>
                    <a:ext uri="{9D8B030D-6E8A-4147-A177-3AD203B41FA5}">
                      <a16:colId xmlns:a16="http://schemas.microsoft.com/office/drawing/2014/main" val="826128045"/>
                    </a:ext>
                  </a:extLst>
                </a:gridCol>
                <a:gridCol w="2473441">
                  <a:extLst>
                    <a:ext uri="{9D8B030D-6E8A-4147-A177-3AD203B41FA5}">
                      <a16:colId xmlns:a16="http://schemas.microsoft.com/office/drawing/2014/main" val="3216511536"/>
                    </a:ext>
                  </a:extLst>
                </a:gridCol>
              </a:tblGrid>
              <a:tr h="567162">
                <a:tc>
                  <a:txBody>
                    <a:bodyPr/>
                    <a:lstStyle/>
                    <a:p>
                      <a:pPr algn="ctr" fontAlgn="b">
                        <a:lnSpc>
                          <a:spcPts val="1200"/>
                        </a:lnSpc>
                        <a:buNone/>
                      </a:pPr>
                      <a:r>
                        <a:rPr lang="en-IN" sz="16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</a:t>
                      </a:r>
                    </a:p>
                    <a:p>
                      <a:pPr algn="ctr" fontAlgn="b">
                        <a:lnSpc>
                          <a:spcPts val="1200"/>
                        </a:lnSpc>
                        <a:buNone/>
                      </a:pPr>
                      <a:r>
                        <a:rPr lang="en-IN" sz="16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200"/>
                        </a:lnSpc>
                        <a:buNone/>
                      </a:pPr>
                      <a:r>
                        <a:rPr lang="en-IN" sz="16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 OF THE JOURNAL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200"/>
                        </a:lnSpc>
                        <a:buNone/>
                      </a:pPr>
                      <a:r>
                        <a:rPr lang="en-IN" sz="1600" b="1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USED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200"/>
                        </a:lnSpc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1200"/>
                        </a:lnSpc>
                        <a:buNone/>
                      </a:pPr>
                      <a:r>
                        <a:rPr lang="en-IN" sz="1600" b="1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09911260"/>
                  </a:ext>
                </a:extLst>
              </a:tr>
              <a:tr h="1178098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Aho, A. V., Lam, M., Sethi, R., &amp; Ullman, J. (2006). </a:t>
                      </a:r>
                      <a:r>
                        <a:rPr lang="en-IN" sz="16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Compilers: Principles, Techniques &amp; Tools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Pearson.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Data-flow analysis, dependency graphs, DAG-based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Foundational techniques for modern code generators; strong theoretical grounding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focused on modern JIT or heterogeneous architectures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8004294"/>
                  </a:ext>
                </a:extLst>
              </a:tr>
              <a:tr h="1371036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Muchnick, S. (1997). </a:t>
                      </a:r>
                      <a:r>
                        <a:rPr lang="en-US" sz="16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Compiler Design and Implementation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Morgan Kaufmann.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Control-flow graph (CFG) + data-dependency-based global optimizations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Comprehensive treatment of CFG and data-flow optimizations used in back-end compilers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Outdated for multi-core, GPU-based optimization strategies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5832019"/>
                  </a:ext>
                </a:extLst>
              </a:tr>
              <a:tr h="1146386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Cooper, K., &amp; Torczon, L. (2011). </a:t>
                      </a:r>
                      <a:r>
                        <a:rPr lang="en-US" sz="16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Engineering a Compiler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Morgan Kaufmann.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SSA (Static Single Assignment), def-use chains, dependency flow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SSA simplifies dependency tracking; improves optimization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SSA conversion overhead; requires additional 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5291641"/>
                  </a:ext>
                </a:extLst>
              </a:tr>
              <a:tr h="1096763"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LLVM Team (2020). </a:t>
                      </a:r>
                      <a:r>
                        <a:rPr lang="fr-FR" sz="1600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LLVM Compiler Infrastructure Documentation</a:t>
                      </a:r>
                      <a:r>
                        <a:rPr lang="fr-F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Modern IR with SSA, data-dependency graphs, machine-level scheduling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Industry-grade optimizer; modular; highly tunable code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IR; steep learning curve; heavy compilation time for large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752207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9E6A6-5E1F-F3EB-A6A6-68A30A5C9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5DDE6-D648-E902-C6D5-EE7869594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00650"/>
            <a:ext cx="10972800" cy="4525963"/>
          </a:xfrm>
        </p:spPr>
        <p:txBody>
          <a:bodyPr>
            <a:noAutofit/>
          </a:bodyPr>
          <a:lstStyle/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an advanced compiler code generator that uses data dependency analysis and flow graph optimization.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analyzes the relationships between variables to avoid redundant instructions.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optimizes the control flow graph to reduce unnecessary branching and improve execution paths.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more efficient and faster machine code compared to traditional compilers.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improves program performance, resource usage, and instruction-level parallelism.</a:t>
            </a:r>
          </a:p>
          <a:p>
            <a:endParaRPr lang="en-IN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D9197C-2551-6231-A0F2-8B42CB79F63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2D81FF-E7F1-B874-4C94-26475F11102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65314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91510"/>
            <a:ext cx="10972800" cy="1143000"/>
          </a:xfrm>
        </p:spPr>
        <p:txBody>
          <a:bodyPr>
            <a:normAutofit/>
          </a:bodyPr>
          <a:lstStyle/>
          <a:p>
            <a:r>
              <a:rPr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ETHODOLOGY</a:t>
            </a:r>
            <a:endParaRPr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26342"/>
            <a:ext cx="10972800" cy="4525963"/>
          </a:xfrm>
        </p:spPr>
        <p:txBody>
          <a:bodyPr>
            <a:normAutofit/>
          </a:bodyPr>
          <a:lstStyle/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basic tools like a programming language (Python) and simple compiler libraries.</a:t>
            </a: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development approach is to analyze the code, find data dependencies, build the flow graph, apply optimizations, and generate the final code.</a:t>
            </a:r>
          </a:p>
          <a:p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includes using sample programs to test and check how well the optimizations work.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/ Architecture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25118C3-30D0-D7B4-ADDB-9191A82DAA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6813" y="1718187"/>
            <a:ext cx="3016130" cy="4525963"/>
          </a:xfrm>
        </p:spPr>
      </p:pic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CB1793-1B83-3359-8032-FBEC95CAC87B}"/>
              </a:ext>
            </a:extLst>
          </p:cNvPr>
          <p:cNvSpPr txBox="1"/>
          <p:nvPr/>
        </p:nvSpPr>
        <p:spPr>
          <a:xfrm>
            <a:off x="4493342" y="1718187"/>
            <a:ext cx="694157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Code Creation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compiler first converts source code into an intermediate form after lexical and syntax analysis.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&amp; Flow Analysis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dependencies and control flow graphs are built to identify instruction ordering, parallelism, and optimization opportunities.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Code Generation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Using this analysis, the optimization module improves efficiency, and the code generator produces high-performance optimized machine code.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F8A6-A735-B360-2211-673C132AE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BB00E-5BEA-61F1-BDCB-9D2AE0E21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33832"/>
            <a:ext cx="10972800" cy="4525963"/>
          </a:xfrm>
        </p:spPr>
        <p:txBody>
          <a:bodyPr>
            <a:noAutofit/>
          </a:bodyPr>
          <a:lstStyle/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Data Dependency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variable dependencies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which variable depends on which others.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Shows dependency graph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prints the graph in a readable format.</a:t>
            </a:r>
          </a:p>
          <a:p>
            <a:pPr marL="0" indent="0">
              <a:buNone/>
            </a:pP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Flow Graph Optimization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Represents program flow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shows how basic blocks of code are connected.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Prints Control Flow Graph (CFG)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helps visualize branches (if-else, loops).</a:t>
            </a:r>
          </a:p>
          <a:p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997DB6-B4EF-ABF6-BFDC-455E1B69CB2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2B7AFD-A058-063C-2420-B9B2A11932B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9896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C061E-FD92-E071-B414-DFC48AFF8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13" y="-89978"/>
            <a:ext cx="109728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MODULE 1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BC4B5E3-87CB-8BE2-061F-094862EA10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3279" y="1709354"/>
            <a:ext cx="5433463" cy="495702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DE2C92-1A0D-6459-BA79-AAC18C876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657" y="1502727"/>
            <a:ext cx="4886631" cy="20850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A67D70-ADDB-A0CE-F535-8738039666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228" y="4235381"/>
            <a:ext cx="5256482" cy="24309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ECFAB1E-DBFB-6BFD-106E-560EC55A4D88}"/>
              </a:ext>
            </a:extLst>
          </p:cNvPr>
          <p:cNvSpPr txBox="1"/>
          <p:nvPr/>
        </p:nvSpPr>
        <p:spPr>
          <a:xfrm>
            <a:off x="6542228" y="3680518"/>
            <a:ext cx="1946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B27AC8-95BA-2B4A-541B-C7EA57350B0C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5073" y="67078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3D575D0-EE0F-CD1A-6172-5BF408ABA82B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36540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3E46D-E751-AEDD-6723-41B102749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12785"/>
            <a:ext cx="109728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829B09-F5FC-4953-D75E-7AB1D552A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791" y="1641987"/>
            <a:ext cx="5287164" cy="50243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6E8DAB-E520-3D65-755C-5AD26118E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34510"/>
            <a:ext cx="5171768" cy="33230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5BCF39-0B7D-DE1A-4EB1-919D11F782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0421" y="5198068"/>
            <a:ext cx="2654709" cy="14683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247237-FE7A-90D5-85C0-BFD6B915BA16}"/>
              </a:ext>
            </a:extLst>
          </p:cNvPr>
          <p:cNvSpPr txBox="1"/>
          <p:nvPr/>
        </p:nvSpPr>
        <p:spPr>
          <a:xfrm>
            <a:off x="6233651" y="5013402"/>
            <a:ext cx="1445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093931-D201-96BF-4F12-D03D3E46B42F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0DDE29-BEEC-81FE-9E0F-DBA5534D390D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5073" y="67078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0999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0AB371BE-43B6-7230-985E-73BA7EC19A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800" y="2902332"/>
            <a:ext cx="11582400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image shows a polished interface of the </a:t>
            </a:r>
            <a:r>
              <a:rPr kumimoji="0" lang="en-US" altLang="en-US" sz="25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Connection Explorer, </a:t>
            </a: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tool designed to visually analyze how different instructions in a program relate to one another.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input code and then highlights how data flows from one step to the next.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visually organized flow map is generated, making it easy to see which instructions rely on earlier values.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Color-coded indicators help distinguish reading, writing, and variable interactions. Overall, the tool provides a clear, professional way to understand code structure, improve debugging, and optimize program execution.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854888-3856-0FE3-241A-D5E182C3AA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0955" y="1417638"/>
            <a:ext cx="527009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6107C00-2E2B-7C31-5C55-BD23497CEF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2497394"/>
          </a:xfr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B6B505-14E0-A0A5-F3C7-7399AB7BE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97394"/>
            <a:ext cx="4228933" cy="28625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0B8E920-EAE3-206D-1A54-F34789E27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0117" y="2497394"/>
            <a:ext cx="5762764" cy="198514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FC0BEEC-31D8-BF3A-73BE-7F8399532F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8933" y="4482544"/>
            <a:ext cx="4688925" cy="237545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124C071-FD15-27F7-7779-AF435EB9A3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1884" y="2256359"/>
            <a:ext cx="3510116" cy="151015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26359F4-AD3E-E899-3DED-9C6F37FD5C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7858" y="3766511"/>
            <a:ext cx="3274142" cy="309148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0B1248A-C45D-E50C-7EF9-8829CCE9A7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5312255"/>
            <a:ext cx="2197817" cy="159841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AAA8049-67F3-72F5-97A8-E13B254BE2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9827" y="5109493"/>
            <a:ext cx="3687097" cy="180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562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55839"/>
            <a:ext cx="10972800" cy="45259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makes programs run faster and use fewer resources.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extra instructions and improves the order of code execution.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existing compilers, it produces more efficient and optimized code.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memory and CPU more efficiently.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can be shown using simple charts and tables to compare performance.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33934"/>
            <a:ext cx="10972800" cy="4525963"/>
          </a:xfrm>
        </p:spPr>
        <p:txBody>
          <a:bodyPr>
            <a:normAutofit/>
          </a:bodyPr>
          <a:lstStyle/>
          <a:p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analyzing complex data dependencies.</a:t>
            </a:r>
          </a:p>
          <a:p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building and optimizing the control flow graph.</a:t>
            </a:r>
          </a:p>
          <a:p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time and resources for testing large programs.</a:t>
            </a:r>
          </a:p>
          <a:p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optimizations do not affect the program’s correct behavior.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UTURE SCOPE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774" y="1617522"/>
            <a:ext cx="10972800" cy="4525963"/>
          </a:xfrm>
        </p:spPr>
        <p:txBody>
          <a:bodyPr>
            <a:noAutofit/>
          </a:bodyPr>
          <a:lstStyle/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advanced optimization techniques like loop unrolling and instruction scheduling.</a:t>
            </a: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compiler’s user interface for easier use.</a:t>
            </a: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support for multiple programming languages.</a:t>
            </a: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better visualization of data dependencies and control flow graphs.</a:t>
            </a:r>
          </a:p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system to handle large-scale and real-time applications.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18188"/>
            <a:ext cx="10972800" cy="4525963"/>
          </a:xfrm>
        </p:spPr>
        <p:txBody>
          <a:bodyPr>
            <a:noAutofit/>
          </a:bodyPr>
          <a:lstStyle/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develops an advanced compiler code generator using data dependency and flow graph optimization.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the efficiency of generated machine code by reducing redundant instructions and optimizing execution flow.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analyzes data dependencies and control flow to produce faster and more resource-efficient programs.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code improves performance and resource utilization.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dependency and flow graph analysis are essential for advanced compiler design.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shows how intelligent code generation can outperform traditional compilers.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426" y="1747685"/>
            <a:ext cx="10972800" cy="4525963"/>
          </a:xfrm>
        </p:spPr>
        <p:txBody>
          <a:bodyPr/>
          <a:lstStyle/>
          <a:p>
            <a:r>
              <a:rPr lang="en-IN" dirty="0"/>
              <a:t>Aho, A. V., Lam, M. S., Sethi, R., &amp; Ullman, J. D. (2006). </a:t>
            </a:r>
            <a:r>
              <a:rPr lang="en-IN" i="1" dirty="0"/>
              <a:t>Compilers: Principles, Techniques, and Tools</a:t>
            </a:r>
            <a:r>
              <a:rPr lang="en-IN" dirty="0"/>
              <a:t> (2nd ed.). Pearson.</a:t>
            </a:r>
          </a:p>
          <a:p>
            <a:r>
              <a:rPr lang="en-IN" dirty="0"/>
              <a:t>Muchnick, S. S. (1997). </a:t>
            </a:r>
            <a:r>
              <a:rPr lang="en-IN" i="1" dirty="0"/>
              <a:t>Advanced Compiler Design and Implementation</a:t>
            </a:r>
            <a:r>
              <a:rPr lang="en-IN" dirty="0"/>
              <a:t>. Morgan Kaufmann Publishers.</a:t>
            </a:r>
          </a:p>
          <a:p>
            <a:r>
              <a:rPr lang="en-IN" dirty="0"/>
              <a:t>Cooper, K. D., &amp; Torczon, L. (2011). </a:t>
            </a:r>
            <a:r>
              <a:rPr lang="en-IN" i="1" dirty="0"/>
              <a:t>Engineering a Compiler</a:t>
            </a:r>
            <a:r>
              <a:rPr lang="en-IN" dirty="0"/>
              <a:t> (2nd ed.). Morgan Kaufmann.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7700" dirty="0"/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1195</Words>
  <Application>Microsoft Office PowerPoint</Application>
  <PresentationFormat>Widescreen</PresentationFormat>
  <Paragraphs>113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Office Theme</vt:lpstr>
      <vt:lpstr>Advanced Compiler Code Generator Using Data Dependency and Flow Graph Optimization</vt:lpstr>
      <vt:lpstr>INTRODUCTION</vt:lpstr>
      <vt:lpstr>OBJECTIVES</vt:lpstr>
      <vt:lpstr>EXISTING SYSTEM</vt:lpstr>
      <vt:lpstr>Literature Review / Background</vt:lpstr>
      <vt:lpstr>PROPOSED SYSTEM</vt:lpstr>
      <vt:lpstr>METHODOLOGY</vt:lpstr>
      <vt:lpstr>System Design / Architecture</vt:lpstr>
      <vt:lpstr>MODULES</vt:lpstr>
      <vt:lpstr> MODULE 1</vt:lpstr>
      <vt:lpstr>MODULE 2</vt:lpstr>
      <vt:lpstr>IMPLEMENTATION</vt:lpstr>
      <vt:lpstr>PowerPoint Presentation</vt:lpstr>
      <vt:lpstr>RESULTS &amp; DISCUSSION</vt:lpstr>
      <vt:lpstr>Challenges &amp; Limitations</vt:lpstr>
      <vt:lpstr>FUTURE SCOPE</vt:lpstr>
      <vt:lpstr>CONCLUSION</vt:lpstr>
      <vt:lpstr>References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subject/>
  <dc:creator>sankar</dc:creator>
  <cp:keywords/>
  <dc:description>generated using python-pptx</dc:description>
  <cp:lastModifiedBy>Sruthi B</cp:lastModifiedBy>
  <cp:revision>10</cp:revision>
  <dcterms:created xsi:type="dcterms:W3CDTF">2013-01-27T09:14:16Z</dcterms:created>
  <dcterms:modified xsi:type="dcterms:W3CDTF">2025-12-27T18:51:57Z</dcterms:modified>
  <cp:category/>
</cp:coreProperties>
</file>